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56" r:id="rId3"/>
    <p:sldId id="258" r:id="rId4"/>
    <p:sldId id="259" r:id="rId5"/>
    <p:sldId id="257" r:id="rId6"/>
    <p:sldId id="266" r:id="rId7"/>
    <p:sldId id="265" r:id="rId8"/>
    <p:sldId id="267" r:id="rId9"/>
    <p:sldId id="268" r:id="rId10"/>
    <p:sldId id="26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91142-B241-46F8-AEB1-850EE02249DD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03B49-C95C-4E39-871E-855A1F444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3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3B49-C95C-4E39-871E-855A1F4448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5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9AF6-FC6A-68D6-B995-7366370E9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25353-510B-357A-FAC1-34E0E722B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DF9B6-47C4-D662-8352-12E7745E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DBE8E-33CA-E3D9-5DCF-E6219F73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4286-11E6-9930-8B07-AB9D5361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447A-33F3-D377-6BF9-E6BCE049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857A-665B-BAAF-9A59-18DB0D363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16575-CD6A-52A2-1938-BE8C1539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C4E2C-1BA6-52DC-01BC-E4D900F0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D9AE9-B830-C81A-048F-368946C7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9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CEA8-1859-3866-AEE9-6C30A5E9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D81EA-1608-2B37-FDB1-90D5BB8B0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42BF8-9843-2636-78B7-65C44AAE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07D2-FF7A-4232-8168-795ECC35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F6DE-B228-1FD7-4601-57B410B5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4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257A-2EE4-2AC9-409D-4B13187B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D76AC-EDB1-F113-525C-045C71A17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E4D63-81AB-A6D4-CF26-86CC99AE2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81185-8CE8-65FC-4F5B-48414F43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45B95-4247-00D2-2394-4D05273E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98DD3-B529-E5AE-2C9E-ED883230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2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B19A-DCC1-B221-0CEC-75532BC5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BBD50-03E5-0DF4-4445-E601B86DF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A7ACD-1D92-43CF-F8C2-96350813F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5BCD1-FE8F-9E29-B865-4044325BC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E69F6-4CE6-3CD3-BA89-7E31C4673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CAEA7-C8F2-E0AE-0029-E32BF3A7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15F44-52AC-4547-26DE-4CAD5142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9A8E8-D5A7-138B-D1D6-1B13D3D7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6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CCA2-6565-9E78-7A00-1B9B3E07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42658-512A-44CB-3AD7-2BF632E8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41F01-9B9E-2196-5A6A-EEA88C49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7A142-ADDF-57C7-852B-F9FE409B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1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8BEC4-DD77-16DC-0A79-BF334E1B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27E32-7125-E947-7257-CF966285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5F4B9-5EB4-623A-55A4-81827E18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6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64D0-F380-AFA6-1D7D-5FCC743C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6E436-F6CD-0560-E8A4-3AF936049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18C22-582C-64EB-1CD4-C3B745627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CF533-A421-71B6-FC7A-6AB71E13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D34CE-7B9B-9598-A31D-487B9CF7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2A81F-D852-8F8E-2DC5-8B533402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8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152C-D254-A340-15BE-ABA74EAD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95EA0-8482-E287-91CB-C8184AC68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E6447-C5A0-8D6B-2235-22EE17065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A0551-7A44-2B5D-0296-8B5228A5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ADBC0-8F18-FB5A-E8B6-7F2EC09B8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CF754-2273-DA6B-5A23-B5B8808E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9766-57D3-6FE1-58E6-E90FCD48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8DAA5-FAEA-3BED-B491-6CF4D819B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F685E-1E81-F8DD-371B-A32361B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9691-6BEA-FE61-2517-46A2D632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077EE-AF0F-1FB6-7807-486066C0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6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7931B5-7CC9-4627-D3CC-D83869A09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D91A0-7510-7A43-C818-8DF82A51C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00425-20E5-EE39-6D45-7A9397D6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4DCF-9D4A-D941-6EAE-D3BCBCA3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2E116-1F13-1DEE-74AC-2E5D720D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90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401D2-A618-9331-6AC2-23A89803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7EBE4-D2FF-8C19-8BCC-483C70BEE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CC8AB-15D7-8629-DD93-74DB600AD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5A7DC-D482-45C2-A3A9-CE512010D21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6B41-6574-BECC-B4DA-5D35F3F92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46AE0-FF9F-7BB3-BA00-464512B9E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CE95C-B295-4A9B-9711-90739F72E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8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hyperlink" Target="https://github.com/jdkfr/CEMP2026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(1)">
            <a:hlinkClick r:id="" action="ppaction://media"/>
            <a:extLst>
              <a:ext uri="{FF2B5EF4-FFF2-40B4-BE49-F238E27FC236}">
                <a16:creationId xmlns:a16="http://schemas.microsoft.com/office/drawing/2014/main" id="{3C214641-636D-550E-7F6F-F3BC62A50C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" y="1054099"/>
            <a:ext cx="12179300" cy="5300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9A0B07-9F36-86B1-3F1B-FD2054BD2F0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AEF7EA-8BFD-3325-FBCA-B11CDEE0D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795" y="83450"/>
            <a:ext cx="1300976" cy="1280488"/>
          </a:xfrm>
          <a:prstGeom prst="flowChartConnector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34D53-500A-FD87-53D3-CC252293FCE6}"/>
              </a:ext>
            </a:extLst>
          </p:cNvPr>
          <p:cNvSpPr txBox="1"/>
          <p:nvPr/>
        </p:nvSpPr>
        <p:spPr>
          <a:xfrm>
            <a:off x="1957938" y="503715"/>
            <a:ext cx="8276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Conference on Emerging Materials and Processes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1A891-8803-B43B-6FE6-4F24724252A4}"/>
              </a:ext>
            </a:extLst>
          </p:cNvPr>
          <p:cNvSpPr txBox="1"/>
          <p:nvPr/>
        </p:nvSpPr>
        <p:spPr>
          <a:xfrm>
            <a:off x="1222673" y="6457890"/>
            <a:ext cx="9746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SCME-NUST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cs typeface="Mangal" panose="02040503050203030202" pitchFamily="18" charset="0"/>
              </a:rPr>
              <a:t>Islamabad, PAKISTAN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55539-A7FE-AE36-7756-05DE88DC2339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4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033324-5A26-AE77-F1B8-F68E29C7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902"/>
            <a:ext cx="12192000" cy="4770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71C16-2871-C30F-E01B-A47D3B5EE4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FAB0DD-7CAE-4E16-77CB-EA32177176AC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E206B11C-D116-48B9-A7F2-3049D60A1B36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7A3F1-43B2-D264-0582-4AB1B231716A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A68BE2-FF0A-5506-44EF-71FDC12F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3497"/>
            <a:ext cx="12192000" cy="4711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A81BD-85F2-AEEE-F411-9869CFC9C0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34056A-A11B-9FC6-0FA7-2EDAAA571F54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3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8F165-DE5F-B23B-D1D8-C0E2F8649F65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30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CC6983-9B14-6799-D2A8-621B80D2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437"/>
            <a:ext cx="12192000" cy="58532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581B23-BBA8-AE17-11B7-42BCC0B50B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D05EE6-5637-63A1-54B7-C924CC9EB6D2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4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18819-73F0-2DDF-C174-D1410BC00514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1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B0FDB3-77F3-E7F7-CC98-456BCD8B9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572"/>
            <a:ext cx="12192000" cy="5620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6CF992-C66B-1872-DA05-2D86DC0125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B9631-B0AF-C886-86BB-0FCD7B4B18EF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5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56F44-E269-A42F-3136-E7CCF82B067A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28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291B-4BA4-1AEA-FD42-F6D1AEBB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FDD66-1E70-9016-9D21-C0652985B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418"/>
            <a:ext cx="12192000" cy="5095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C9030D-8B83-84A1-C126-609E7F5E5D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8C23E2-A871-BA0E-351C-9D8A76FCBF04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6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B5582-400A-01CF-457B-8CF08264F47E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61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E5418E-CDBF-934A-73A5-F9BDF7393D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264EC4-B1FF-B783-60FD-37A96A41F1D6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7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1E0C9-AB92-EBD2-2D57-EAEBB8D9A4E2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pic>
        <p:nvPicPr>
          <p:cNvPr id="9" name="gcolab">
            <a:hlinkClick r:id="" action="ppaction://media"/>
            <a:extLst>
              <a:ext uri="{FF2B5EF4-FFF2-40B4-BE49-F238E27FC236}">
                <a16:creationId xmlns:a16="http://schemas.microsoft.com/office/drawing/2014/main" id="{894CD278-2150-FC2B-1261-EED5FD9898A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607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00200" y="881418"/>
            <a:ext cx="8991600" cy="5061497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86A134-59D8-7BD7-D6C7-D08996F533E4}"/>
              </a:ext>
            </a:extLst>
          </p:cNvPr>
          <p:cNvSpPr/>
          <p:nvPr/>
        </p:nvSpPr>
        <p:spPr>
          <a:xfrm>
            <a:off x="4217020" y="196101"/>
            <a:ext cx="3757960" cy="3950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linkClick r:id="rId6"/>
              </a:rPr>
              <a:t>https://github.com/jdkfr/CEMP2026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96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2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2DB6B1-D1B8-67D0-F91D-203EB821D6A3}"/>
              </a:ext>
            </a:extLst>
          </p:cNvPr>
          <p:cNvGrpSpPr/>
          <p:nvPr/>
        </p:nvGrpSpPr>
        <p:grpSpPr>
          <a:xfrm>
            <a:off x="170055" y="646484"/>
            <a:ext cx="11851889" cy="5784223"/>
            <a:chOff x="0" y="127266"/>
            <a:chExt cx="12192000" cy="599560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EE857B-D44F-6C19-9DA8-2F2891A6B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90" y="1009183"/>
              <a:ext cx="12065620" cy="5113689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344E26-549B-B9C8-9440-BCCD05E9E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27266"/>
              <a:ext cx="12192000" cy="881917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72BEC40-8CE5-E4A3-AA87-C77B835891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47E8E-7FC3-8104-9973-FE4115EDDFF5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8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5BA2B-0CA8-A4D4-31FA-CB1952DDAEEE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03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51C26-B2AF-803A-BA3D-CDF111F2C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477"/>
            <a:ext cx="12192000" cy="5121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59E238-612D-FE4A-C7FE-022E4A6380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1D81C-21E8-DB82-E7A3-DAE13C23EF51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9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3489F-24DB-1293-A719-882FD7ED7390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4DB6C-FCD9-08B8-72B2-A7F2F6C54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15880"/>
            <a:ext cx="12192000" cy="3292822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872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6B42D9-A947-4FA6-2CA1-FD93BE1ED5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DA24A-59A2-4A00-4D51-24A2CB059D9F}"/>
              </a:ext>
            </a:extLst>
          </p:cNvPr>
          <p:cNvSpPr txBox="1"/>
          <p:nvPr/>
        </p:nvSpPr>
        <p:spPr>
          <a:xfrm>
            <a:off x="96400" y="6451668"/>
            <a:ext cx="115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Slide: </a:t>
            </a:r>
            <a:fld id="{9D21EC13-BA2A-4E81-9030-ECBF4E812648}" type="slidenum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10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5EB2D-989E-6D61-51EC-DB089C3A7656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DC7186-2613-F5E3-C82F-27F7951B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60" b="-2"/>
          <a:stretch>
            <a:fillRect/>
          </a:stretch>
        </p:blipFill>
        <p:spPr>
          <a:xfrm>
            <a:off x="9588" y="1393837"/>
            <a:ext cx="12192000" cy="27533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AE2EAE-56C5-8E8C-5797-FAEB03B857FD}"/>
              </a:ext>
            </a:extLst>
          </p:cNvPr>
          <p:cNvSpPr txBox="1"/>
          <p:nvPr/>
        </p:nvSpPr>
        <p:spPr>
          <a:xfrm>
            <a:off x="280589" y="726545"/>
            <a:ext cx="2300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Conclusion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6EF6E3-DB88-133E-9DB7-35F447201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" y="4168165"/>
            <a:ext cx="12192000" cy="129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8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y">
            <a:hlinkClick r:id="" action="ppaction://media"/>
            <a:extLst>
              <a:ext uri="{FF2B5EF4-FFF2-40B4-BE49-F238E27FC236}">
                <a16:creationId xmlns:a16="http://schemas.microsoft.com/office/drawing/2014/main" id="{FBC6E4E3-D9E1-36D0-2EA8-9136F6B8D6E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770364"/>
            <a:ext cx="12192000" cy="5562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19BC9E-45C0-345E-C309-60588C0A227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8" y="0"/>
            <a:ext cx="2571750" cy="5810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30E732-3407-F5E1-9A32-C8CF7EA8985C}"/>
              </a:ext>
            </a:extLst>
          </p:cNvPr>
          <p:cNvSpPr txBox="1"/>
          <p:nvPr/>
        </p:nvSpPr>
        <p:spPr>
          <a:xfrm>
            <a:off x="8556703" y="6430707"/>
            <a:ext cx="3635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Copyright </a:t>
            </a:r>
            <a:r>
              <a:rPr lang="en-US" b="1" dirty="0"/>
              <a:t>©</a:t>
            </a:r>
            <a:r>
              <a:rPr lang="en-US" dirty="0"/>
              <a:t>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2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81</Words>
  <Application>Microsoft Office PowerPoint</Application>
  <PresentationFormat>Widescreen</PresentationFormat>
  <Paragraphs>25</Paragraphs>
  <Slides>11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Display</vt:lpstr>
      <vt:lpstr>Arial</vt:lpstr>
      <vt:lpstr>Bodoni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R3h3na eee</dc:creator>
  <cp:lastModifiedBy>R3h3na eee</cp:lastModifiedBy>
  <cp:revision>10</cp:revision>
  <dcterms:created xsi:type="dcterms:W3CDTF">2026-02-07T15:41:40Z</dcterms:created>
  <dcterms:modified xsi:type="dcterms:W3CDTF">2026-02-08T17:38:27Z</dcterms:modified>
</cp:coreProperties>
</file>